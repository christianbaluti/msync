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8F24"/>
    <a:srgbClr val="2E2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DBCB0-DBB2-4A2E-8289-2010670B3B84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555E1-F588-4D4B-A279-7C80874761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 flipH="1">
            <a:off x="0" y="228600"/>
            <a:ext cx="4267200" cy="1524000"/>
            <a:chOff x="6629400" y="6248400"/>
            <a:chExt cx="2514600" cy="609600"/>
          </a:xfrm>
          <a:solidFill>
            <a:schemeClr val="bg1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7086600" y="6248400"/>
              <a:ext cx="2057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Sequential Access Storage 10"/>
            <p:cNvSpPr/>
            <p:nvPr userDrawn="1"/>
          </p:nvSpPr>
          <p:spPr>
            <a:xfrm>
              <a:off x="6629400" y="6248400"/>
              <a:ext cx="914400" cy="609600"/>
            </a:xfrm>
            <a:prstGeom prst="flowChartMagnetic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200" y="6324600"/>
            <a:ext cx="6019800" cy="501650"/>
          </a:xfrm>
        </p:spPr>
        <p:txBody>
          <a:bodyPr/>
          <a:lstStyle/>
          <a:p>
            <a:r>
              <a:rPr lang="en-US" dirty="0" smtClean="0"/>
              <a:t>Promoting Procurement and Supply Professionalism in Malawi</a:t>
            </a:r>
            <a:endParaRPr lang="en-US" dirty="0"/>
          </a:p>
        </p:txBody>
      </p:sp>
      <p:pic>
        <p:nvPicPr>
          <p:cNvPr id="12" name="Picture 11" descr="MIPS LOGO REFINE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6200" y="304800"/>
            <a:ext cx="3962400" cy="13070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081CDC-0562-416D-99FD-209AC8BEEF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081CDC-0562-416D-99FD-209AC8BEEF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081CDC-0562-416D-99FD-209AC8BEEF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081CDC-0562-416D-99FD-209AC8BEEF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9144000" cy="1981200"/>
          </a:xfrm>
          <a:prstGeom prst="rect">
            <a:avLst/>
          </a:prstGeom>
          <a:solidFill>
            <a:srgbClr val="2E2F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2E2F7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200" y="6324600"/>
            <a:ext cx="5867400" cy="501650"/>
          </a:xfrm>
        </p:spPr>
        <p:txBody>
          <a:bodyPr/>
          <a:lstStyle/>
          <a:p>
            <a:r>
              <a:rPr lang="en-US" dirty="0" smtClean="0"/>
              <a:t>Promoting Procurement and Supply Professionalism in Malawi</a:t>
            </a:r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228600"/>
            <a:ext cx="4267200" cy="1524000"/>
            <a:chOff x="6629400" y="6248400"/>
            <a:chExt cx="2514600" cy="609600"/>
          </a:xfrm>
          <a:solidFill>
            <a:schemeClr val="bg1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7086600" y="6248400"/>
              <a:ext cx="2057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Sequential Access Storage 9"/>
            <p:cNvSpPr/>
            <p:nvPr userDrawn="1"/>
          </p:nvSpPr>
          <p:spPr>
            <a:xfrm>
              <a:off x="6629400" y="6248400"/>
              <a:ext cx="914400" cy="609600"/>
            </a:xfrm>
            <a:prstGeom prst="flowChartMagnetic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MIPS LOGO REFINE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6200" y="304800"/>
            <a:ext cx="4022491" cy="1295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081CDC-0562-416D-99FD-209AC8BEEF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Promoting Procurement and Supply Professionalism in Malawi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F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rgbClr val="D39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 flipH="1">
            <a:off x="0" y="228600"/>
            <a:ext cx="1219200" cy="609600"/>
            <a:chOff x="6629400" y="6248400"/>
            <a:chExt cx="2514600" cy="609600"/>
          </a:xfrm>
          <a:solidFill>
            <a:schemeClr val="bg1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7086600" y="6248400"/>
              <a:ext cx="2057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Sequential Access Storage 9"/>
            <p:cNvSpPr/>
            <p:nvPr userDrawn="1"/>
          </p:nvSpPr>
          <p:spPr>
            <a:xfrm>
              <a:off x="6629400" y="6248400"/>
              <a:ext cx="914400" cy="609600"/>
            </a:xfrm>
            <a:prstGeom prst="flowChartMagnetic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MIPS LOGO ONLY2.png"/>
          <p:cNvPicPr>
            <a:picLocks noChangeAspect="1"/>
          </p:cNvPicPr>
          <p:nvPr userDrawn="1"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43200" y="1733867"/>
            <a:ext cx="3806776" cy="390493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44562"/>
            <a:ext cx="8229600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7483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24600"/>
            <a:ext cx="556260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Promoting Procurement and Supply Professionalism in Malawi</a:t>
            </a:r>
            <a:endParaRPr lang="en-US" dirty="0"/>
          </a:p>
        </p:txBody>
      </p:sp>
      <p:pic>
        <p:nvPicPr>
          <p:cNvPr id="12" name="Picture 11" descr="MIPS LOGO ONLY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521908" y="279258"/>
            <a:ext cx="544892" cy="558942"/>
          </a:xfrm>
          <a:prstGeom prst="rect">
            <a:avLst/>
          </a:prstGeom>
        </p:spPr>
      </p:pic>
      <p:pic>
        <p:nvPicPr>
          <p:cNvPr id="13" name="Picture 2" descr="C:\Users\TOFARA\Desktop\SPONSORS.png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5986463"/>
            <a:ext cx="9180513" cy="8715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E68F24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rgbClr val="2E2F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7"/>
          <p:cNvGrpSpPr/>
          <p:nvPr userDrawn="1"/>
        </p:nvGrpSpPr>
        <p:grpSpPr>
          <a:xfrm>
            <a:off x="7924800" y="6248400"/>
            <a:ext cx="1219200" cy="609600"/>
            <a:chOff x="6629400" y="6248400"/>
            <a:chExt cx="2514600" cy="609600"/>
          </a:xfrm>
          <a:solidFill>
            <a:srgbClr val="E68F24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7086600" y="6248400"/>
              <a:ext cx="2057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E2F75"/>
                </a:solidFill>
              </a:endParaRPr>
            </a:p>
          </p:txBody>
        </p:sp>
        <p:sp>
          <p:nvSpPr>
            <p:cNvPr id="10" name="Flowchart: Sequential Access Storage 9"/>
            <p:cNvSpPr/>
            <p:nvPr userDrawn="1"/>
          </p:nvSpPr>
          <p:spPr>
            <a:xfrm>
              <a:off x="6629400" y="6248400"/>
              <a:ext cx="914400" cy="609600"/>
            </a:xfrm>
            <a:prstGeom prst="flowChartMagnetic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E2F75"/>
                </a:solidFill>
              </a:endParaRPr>
            </a:p>
          </p:txBody>
        </p:sp>
      </p:grpSp>
      <p:pic>
        <p:nvPicPr>
          <p:cNvPr id="11" name="Picture 10" descr="MIPS LOGO ONLY2.png"/>
          <p:cNvPicPr>
            <a:picLocks noChangeAspect="1"/>
          </p:cNvPicPr>
          <p:nvPr userDrawn="1"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43200" y="1733867"/>
            <a:ext cx="3806776" cy="390493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24600"/>
            <a:ext cx="556260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Promoting Procurement and Supply Professionalism in Malawi</a:t>
            </a:r>
            <a:endParaRPr lang="en-US" dirty="0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8382000" y="6279623"/>
            <a:ext cx="533400" cy="547154"/>
            <a:chOff x="9144000" y="5105400"/>
            <a:chExt cx="533400" cy="547154"/>
          </a:xfrm>
        </p:grpSpPr>
        <p:sp>
          <p:nvSpPr>
            <p:cNvPr id="16" name="Oval 15"/>
            <p:cNvSpPr/>
            <p:nvPr userDrawn="1"/>
          </p:nvSpPr>
          <p:spPr>
            <a:xfrm>
              <a:off x="9144000" y="5112277"/>
              <a:ext cx="533400" cy="533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MIPS LOGO ONLY.png"/>
            <p:cNvPicPr>
              <a:picLocks noChangeAspect="1"/>
            </p:cNvPicPr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9144000" y="5105400"/>
              <a:ext cx="533400" cy="54715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E68F24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2E2F7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2E2F7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E2F7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2E2F7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2E2F7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Promoting Procurement and Supply Professionalism in Malawi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Promoting Procurement and Supply Professionalism in Malawi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TOFARA</dc:creator>
  <cp:lastModifiedBy>Aubrey Limburo</cp:lastModifiedBy>
  <cp:revision>7</cp:revision>
  <dcterms:created xsi:type="dcterms:W3CDTF">2024-10-03T09:35:37Z</dcterms:created>
  <dcterms:modified xsi:type="dcterms:W3CDTF">2024-10-10T05:52:43Z</dcterms:modified>
</cp:coreProperties>
</file>